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6" r:id="rId2"/>
  </p:sldIdLst>
  <p:sldSz cx="12192000" cy="6858000"/>
  <p:notesSz cx="6858000" cy="9144000"/>
  <p:defaultTextStyle>
    <a:defPPr>
      <a:defRPr lang="nl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8FFE5"/>
    <a:srgbClr val="003366"/>
    <a:srgbClr val="1B9AAA"/>
    <a:srgbClr val="FFC43D"/>
    <a:srgbClr val="EF476F"/>
    <a:srgbClr val="06D6A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684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9715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42705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15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8190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52516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64856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0649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25096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16763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27473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22664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1" r:id="rId1"/>
    <p:sldLayoutId id="2147483692" r:id="rId2"/>
    <p:sldLayoutId id="2147483693" r:id="rId3"/>
    <p:sldLayoutId id="2147483694" r:id="rId4"/>
    <p:sldLayoutId id="2147483695" r:id="rId5"/>
    <p:sldLayoutId id="2147483689" r:id="rId6"/>
    <p:sldLayoutId id="2147483685" r:id="rId7"/>
    <p:sldLayoutId id="2147483686" r:id="rId8"/>
    <p:sldLayoutId id="2147483687" r:id="rId9"/>
    <p:sldLayoutId id="2147483688" r:id="rId10"/>
    <p:sldLayoutId id="214748369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F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CA57B90-B92C-2765-7DEE-ADAF6DEF91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ep 23">
            <a:extLst>
              <a:ext uri="{FF2B5EF4-FFF2-40B4-BE49-F238E27FC236}">
                <a16:creationId xmlns:a16="http://schemas.microsoft.com/office/drawing/2014/main" id="{124F6A73-6033-D0AE-5684-05E227DD9F39}"/>
              </a:ext>
            </a:extLst>
          </p:cNvPr>
          <p:cNvGrpSpPr/>
          <p:nvPr/>
        </p:nvGrpSpPr>
        <p:grpSpPr>
          <a:xfrm>
            <a:off x="295992" y="384048"/>
            <a:ext cx="10466496" cy="6016752"/>
            <a:chOff x="295992" y="384048"/>
            <a:chExt cx="10466496" cy="6016752"/>
          </a:xfrm>
        </p:grpSpPr>
        <p:grpSp>
          <p:nvGrpSpPr>
            <p:cNvPr id="23" name="Groep 22">
              <a:extLst>
                <a:ext uri="{FF2B5EF4-FFF2-40B4-BE49-F238E27FC236}">
                  <a16:creationId xmlns:a16="http://schemas.microsoft.com/office/drawing/2014/main" id="{AEA68E19-3C56-9203-C067-EEE9E793F2D0}"/>
                </a:ext>
              </a:extLst>
            </p:cNvPr>
            <p:cNvGrpSpPr/>
            <p:nvPr/>
          </p:nvGrpSpPr>
          <p:grpSpPr>
            <a:xfrm>
              <a:off x="6766560" y="457200"/>
              <a:ext cx="3995928" cy="3959352"/>
              <a:chOff x="6766560" y="457200"/>
              <a:chExt cx="3995928" cy="3959352"/>
            </a:xfrm>
          </p:grpSpPr>
          <p:pic>
            <p:nvPicPr>
              <p:cNvPr id="11" name="Afbeelding 10" descr="Jeugdkoor Melsen (@jeugdkoormelsen) • Facebook">
                <a:extLst>
                  <a:ext uri="{FF2B5EF4-FFF2-40B4-BE49-F238E27FC236}">
                    <a16:creationId xmlns:a16="http://schemas.microsoft.com/office/drawing/2014/main" id="{65F27EE4-2FB9-16BB-51A1-3C2FA2243D5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6984093" y="727223"/>
                <a:ext cx="3522363" cy="3522363"/>
              </a:xfrm>
              <a:prstGeom prst="rect">
                <a:avLst/>
              </a:prstGeom>
            </p:spPr>
          </p:pic>
          <p:sp>
            <p:nvSpPr>
              <p:cNvPr id="13" name="Cirkel: leeg 12">
                <a:extLst>
                  <a:ext uri="{FF2B5EF4-FFF2-40B4-BE49-F238E27FC236}">
                    <a16:creationId xmlns:a16="http://schemas.microsoft.com/office/drawing/2014/main" id="{0B60F09D-1F42-D9E0-73E9-776B7A2583C9}"/>
                  </a:ext>
                </a:extLst>
              </p:cNvPr>
              <p:cNvSpPr/>
              <p:nvPr/>
            </p:nvSpPr>
            <p:spPr>
              <a:xfrm>
                <a:off x="6766560" y="457200"/>
                <a:ext cx="3995928" cy="3959352"/>
              </a:xfrm>
              <a:prstGeom prst="donut">
                <a:avLst>
                  <a:gd name="adj" fmla="val 832"/>
                </a:avLst>
              </a:prstGeom>
              <a:noFill/>
              <a:ln w="38100">
                <a:solidFill>
                  <a:srgbClr val="00206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BE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2" name="Groep 21">
              <a:extLst>
                <a:ext uri="{FF2B5EF4-FFF2-40B4-BE49-F238E27FC236}">
                  <a16:creationId xmlns:a16="http://schemas.microsoft.com/office/drawing/2014/main" id="{2A13EA02-3EBD-FF72-5345-65D6192D0328}"/>
                </a:ext>
              </a:extLst>
            </p:cNvPr>
            <p:cNvGrpSpPr/>
            <p:nvPr/>
          </p:nvGrpSpPr>
          <p:grpSpPr>
            <a:xfrm>
              <a:off x="295992" y="384048"/>
              <a:ext cx="9125712" cy="6016752"/>
              <a:chOff x="295992" y="384048"/>
              <a:chExt cx="9125712" cy="6016752"/>
            </a:xfrm>
          </p:grpSpPr>
          <p:sp>
            <p:nvSpPr>
              <p:cNvPr id="17" name="Tekstvak 16">
                <a:extLst>
                  <a:ext uri="{FF2B5EF4-FFF2-40B4-BE49-F238E27FC236}">
                    <a16:creationId xmlns:a16="http://schemas.microsoft.com/office/drawing/2014/main" id="{1E0A663A-750D-5B50-B7E6-3A794B1BD99F}"/>
                  </a:ext>
                </a:extLst>
              </p:cNvPr>
              <p:cNvSpPr txBox="1"/>
              <p:nvPr/>
            </p:nvSpPr>
            <p:spPr>
              <a:xfrm>
                <a:off x="295992" y="384048"/>
                <a:ext cx="7112363" cy="440120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nl-BE" sz="7000" dirty="0">
                    <a:solidFill>
                      <a:srgbClr val="06D6A0"/>
                    </a:solidFill>
                    <a:latin typeface="Arial Black" panose="020B0A04020102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Jeugdkoor</a:t>
                </a:r>
              </a:p>
              <a:p>
                <a:r>
                  <a:rPr lang="nl-BE" sz="7000" dirty="0">
                    <a:solidFill>
                      <a:srgbClr val="EF476F"/>
                    </a:solidFill>
                    <a:latin typeface="Arial Black" panose="020B0A04020102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Melsen</a:t>
                </a:r>
              </a:p>
              <a:p>
                <a:r>
                  <a:rPr lang="nl-BE" sz="7000" dirty="0">
                    <a:solidFill>
                      <a:srgbClr val="FFC43D"/>
                    </a:solidFill>
                    <a:latin typeface="Arial Black" panose="020B0A04020102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Open</a:t>
                </a:r>
              </a:p>
              <a:p>
                <a:r>
                  <a:rPr lang="nl-BE" sz="7000" dirty="0">
                    <a:solidFill>
                      <a:srgbClr val="1B9AAA"/>
                    </a:solidFill>
                    <a:latin typeface="Arial Black" panose="020B0A04020102020204" pitchFamily="34" charset="0"/>
                    <a:ea typeface="Sans Serif Collection" panose="020B0502040504020204" pitchFamily="34" charset="0"/>
                    <a:cs typeface="Sans Serif Collection" panose="020B0502040504020204" pitchFamily="34" charset="0"/>
                  </a:rPr>
                  <a:t>Repetitie</a:t>
                </a:r>
              </a:p>
            </p:txBody>
          </p:sp>
          <p:sp>
            <p:nvSpPr>
              <p:cNvPr id="18" name="Tekstvak 17">
                <a:extLst>
                  <a:ext uri="{FF2B5EF4-FFF2-40B4-BE49-F238E27FC236}">
                    <a16:creationId xmlns:a16="http://schemas.microsoft.com/office/drawing/2014/main" id="{5B568948-C242-018C-377D-D8321B40040E}"/>
                  </a:ext>
                </a:extLst>
              </p:cNvPr>
              <p:cNvSpPr txBox="1"/>
              <p:nvPr/>
            </p:nvSpPr>
            <p:spPr>
              <a:xfrm>
                <a:off x="295992" y="4769584"/>
                <a:ext cx="9125712" cy="16312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nl-BE" sz="2500" dirty="0">
                    <a:solidFill>
                      <a:srgbClr val="003366"/>
                    </a:solidFill>
                    <a:latin typeface="Arial Black" panose="020B0A04020102020204" pitchFamily="34" charset="0"/>
                  </a:rPr>
                  <a:t>Voor alle zangers van 6 tot 18 jaar</a:t>
                </a:r>
              </a:p>
              <a:p>
                <a:r>
                  <a:rPr lang="nl-BE" sz="2500" dirty="0">
                    <a:solidFill>
                      <a:srgbClr val="003366"/>
                    </a:solidFill>
                    <a:latin typeface="Arial Black" panose="020B0A04020102020204" pitchFamily="34" charset="0"/>
                  </a:rPr>
                  <a:t>Zaterdag 19 september 2026 van 16u tot 17u30</a:t>
                </a:r>
              </a:p>
              <a:p>
                <a:r>
                  <a:rPr lang="nl-BE" sz="2500" dirty="0">
                    <a:solidFill>
                      <a:srgbClr val="003366"/>
                    </a:solidFill>
                    <a:latin typeface="Arial Black" panose="020B0A04020102020204" pitchFamily="34" charset="0"/>
                  </a:rPr>
                  <a:t>in de Sint-</a:t>
                </a:r>
                <a:r>
                  <a:rPr lang="nl-BE" sz="2500" dirty="0" err="1">
                    <a:solidFill>
                      <a:srgbClr val="003366"/>
                    </a:solidFill>
                    <a:latin typeface="Arial Black" panose="020B0A04020102020204" pitchFamily="34" charset="0"/>
                  </a:rPr>
                  <a:t>Stefanuskerk</a:t>
                </a:r>
                <a:r>
                  <a:rPr lang="nl-BE" sz="2500" dirty="0">
                    <a:solidFill>
                      <a:srgbClr val="003366"/>
                    </a:solidFill>
                    <a:latin typeface="Arial Black" panose="020B0A04020102020204" pitchFamily="34" charset="0"/>
                  </a:rPr>
                  <a:t> te Melsen</a:t>
                </a:r>
              </a:p>
              <a:p>
                <a:r>
                  <a:rPr lang="nl-BE" sz="2500" dirty="0">
                    <a:solidFill>
                      <a:srgbClr val="003366"/>
                    </a:solidFill>
                    <a:latin typeface="Arial Black" panose="020B0A04020102020204" pitchFamily="34" charset="0"/>
                  </a:rPr>
                  <a:t>Achteraf wordt een drankje aangeboden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24854748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</Words>
  <Application>Microsoft Office PowerPoint</Application>
  <PresentationFormat>Breedbeeld</PresentationFormat>
  <Paragraphs>8</Paragraphs>
  <Slides>1</Slides>
  <Notes>0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1</vt:i4>
      </vt:variant>
      <vt:variant>
        <vt:lpstr>Diatitels</vt:lpstr>
      </vt:variant>
      <vt:variant>
        <vt:i4>1</vt:i4>
      </vt:variant>
    </vt:vector>
  </HeadingPairs>
  <TitlesOfParts>
    <vt:vector size="5" baseType="lpstr">
      <vt:lpstr>Arial</vt:lpstr>
      <vt:lpstr>Arial Black</vt:lpstr>
      <vt:lpstr>Neue Haas Grotesk Text Pro</vt:lpstr>
      <vt:lpstr>VanillaVTI</vt:lpstr>
      <vt:lpstr>PowerPoint-presentatie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Hulstaert</dc:creator>
  <cp:lastModifiedBy>Jonas Hulstaert</cp:lastModifiedBy>
  <cp:revision>1</cp:revision>
  <dcterms:created xsi:type="dcterms:W3CDTF">2026-09-06T16:10:47Z</dcterms:created>
  <dcterms:modified xsi:type="dcterms:W3CDTF">2026-09-06T16:35:18Z</dcterms:modified>
</cp:coreProperties>
</file>